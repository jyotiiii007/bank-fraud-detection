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242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72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/ CREDIT CARD FRAUD DETECTION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&amp; Machine Learning Project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Jyoti Kaushal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1188720" cy="73152"/>
          </a:xfrm>
          <a:prstGeom prst="rect">
            <a:avLst/>
          </a:prstGeom>
          <a:solidFill>
            <a:srgbClr val="3B82C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causes major financial loss and erodes customer trust. Given 284,807 anonymized transactions, the goal is to classify each as Legitimate or Fraudulent using machine learning - despite fraud representing only 0.17% of all records.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clean real-world transaction data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severe class imbalance correctly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multiple ML models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Precision, Recall, F1-Score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results into business recommendations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0" y="128016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737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0.17%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C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fraudulent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fraud vs 284,315 legitimate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23760" y="3794760"/>
            <a:ext cx="3749040" cy="0"/>
          </a:xfrm>
          <a:prstGeom prst="line">
            <a:avLst/>
          </a:prstGeom>
          <a:noFill/>
          <a:ln w="12700">
            <a:solidFill>
              <a:srgbClr val="1E2761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40233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Task: Legitimate (0) vs Fraud (1)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7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4173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14173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1,081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Composition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7472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- seconds elapsed since first transaction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to V28 - PCA-anonymized features (privacy protected)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- transaction value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- target variable (0 = Legit, 1 = Fraud)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4747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features are numeric - no categorical encoding needed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across the dataset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spans approximately 2 days of transactions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7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651760"/>
            <a:ext cx="19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5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5646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3B82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5646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573780" y="2651760"/>
            <a:ext cx="19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5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6428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6428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181600" y="2651760"/>
            <a:ext cx="19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5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7210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3B82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7210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Split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789420" y="2651760"/>
            <a:ext cx="19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5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97992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7992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397240" y="2651760"/>
            <a:ext cx="19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5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58774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3B82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8774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Comparison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005060" y="2651760"/>
            <a:ext cx="19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5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195560" y="2651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9556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critical practices were followed throughout the pipeline: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754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Data Leakage - all preprocessing (scaling) fit only on training data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Train-Test Split - preserves the fraud-to-legitimate ratio in both sets (80% train / 20% test)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7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Cleaning: Duplicate Records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1,081 duplicate rows were found. Instead of removing them blindly, a class-wise breakdown was performed: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1188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Class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Legitimate (0)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383280"/>
            <a:ext cx="10789920" cy="14630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</p:spPr>
      </p:sp>
      <p:sp>
        <p:nvSpPr>
          <p:cNvPr id="4" name="Text 3"/>
          <p:cNvSpPr txBox="1"/>
          <p:nvPr/>
        </p:nvSpPr>
        <p:spPr>
          <a:xfrm>
            <a:off x="822960" y="3520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8404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transactions show a proportional duplication rate nearly 10x higher than legitimate transactions (3.86% vs 0.37%). Since fraud is already extremely rare, blind deduplication risks discarding valuable fraud signal.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074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Removal deferred - prioritizing preservation of the minority fraud class over routine deduplication.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7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Class Imbalance &amp; Transaction Amount</a:t>
            </a:r>
            <a:endParaRPr lang="en-US" sz="2800" dirty="0"/>
          </a:p>
        </p:txBody>
      </p:sp>
      <p:pic>
        <p:nvPicPr>
          <p:cNvPr id="3" name="Image 0" descr="report_asset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931920" cy="3291840"/>
          </a:xfrm>
          <a:prstGeom prst="rect">
            <a:avLst/>
          </a:prstGeom>
        </p:spPr>
      </p:pic>
      <p:pic>
        <p:nvPicPr>
          <p:cNvPr id="4" name="Image 1" descr="report_assets/amoun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17320"/>
            <a:ext cx="6949440" cy="29260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470916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31520" y="4846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166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transactions have a higher mean amount ($122.21) but lower median ($9.25) than legitimate ones ($88.29 / $22.00) - suggesting fraudsters often use small “test” transactions before larger fraudulent charges.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7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Fraud Rate by Hour of Day</a:t>
            </a:r>
            <a:endParaRPr lang="en-US" sz="2800" dirty="0"/>
          </a:p>
        </p:txBody>
      </p:sp>
      <p:pic>
        <p:nvPicPr>
          <p:cNvPr id="3" name="Image 0" descr="report_assets/fraud_rate_by_h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188720"/>
            <a:ext cx="978408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54406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peaks at Hour 2 (1.71%) - nearly 10x the overall average (0.17%). Legitimate transaction volume drops at night, inflating fraud's proportional share during these hours.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7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Model Building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- resolves scale mismatch between Amount/Time and PCA features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 only on training data, then applied to test data (prevents data leakage)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 verified: Train 0.173% fraud, Test 0.172% fraud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91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
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model; class_weight='balanced' compensates for imbalance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9260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3017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(100 trees)
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trees; captures non-linear patterns; no scaling required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Accuracy?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63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predicting “Legit” always would score 99.83% accuracy while catching zero fraud. Precision, Recall &amp; F1-Score are used instead.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7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Evaluation: Confusion Matrices</a:t>
            </a:r>
            <a:endParaRPr lang="en-US" sz="2800" dirty="0"/>
          </a:p>
        </p:txBody>
      </p:sp>
      <p:pic>
        <p:nvPicPr>
          <p:cNvPr id="3" name="Image 0" descr="report_assets/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10149840" cy="416052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5486400"/>
          <a:ext cx="9235440" cy="115824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(0.5)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(0.9)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7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2800" dirty="0"/>
          </a:p>
        </p:txBody>
      </p:sp>
      <p:pic>
        <p:nvPicPr>
          <p:cNvPr id="3" name="Image 0" descr="report_asse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188720"/>
            <a:ext cx="9235440" cy="3977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34924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CADCF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5486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gives the best overall balance (F1 = 0.86), cutting false alarms from 1,501 to just 7 - making it the practical choice for deployment, though model selection should also reflect business risk tolerance.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7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</a:t>
            </a:r>
            <a:endParaRPr lang="en-US" sz="2800" dirty="0"/>
          </a:p>
        </p:txBody>
      </p:sp>
      <p:pic>
        <p:nvPicPr>
          <p:cNvPr id="3" name="Image 0" descr="report_asset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40080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223760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223760" y="182880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V14, V10 and V4 are the strongest predictors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features are PCA-anonymized components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and Hour did not rank in the top 10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meaning of V-features is undisclosed (privacy protection) - limiting explainability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7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44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Risk Scoring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0136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extra verification (e.g. OTP) for transactions during high-risk night hours.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51960" y="12344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1344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Small-Amount Monitoring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80136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Low-value transactions should not be treated as automatically safe - fraudsters test cards with tiny amounts.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01000" y="12344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0" y="1344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Threshold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180136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Fraud-alert threshold should be tunable to match the institution's risk tolerance.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27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Customer Friction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8444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(7 false alarms) means fewer genuine customers face unnecessary blocks.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51960" y="3017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3127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Savings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358444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alarms reduce manual investigation workload for fraud teams.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3017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3127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358444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fraud detection protects consumers and strengthens trust in digital payments.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7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features limit business explainability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covers only ~2 days of transactions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of 98 frauds still missed by the best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/ live pipeline integration yet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9164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(GridSearchCV)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SMOTE-based resampling for imbalance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for prediction explainability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64240" cy="0"/>
          </a:xfrm>
          <a:prstGeom prst="line">
            <a:avLst/>
          </a:prstGeom>
          <a:noFill/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Precision 0.92, Recall 0.81, F1 0.86 - correctly detecting 79 of 98 fraud cases while flagging only 7 false alarms. This project demonstrates a complete, evidence-based data analytics pipeline and a working prototype dashboard for real-time fraud prediction.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904</Words>
  <Application>Microsoft Office PowerPoint</Application>
  <PresentationFormat>Widescreen</PresentationFormat>
  <Paragraphs>162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jyoti kaushal</cp:lastModifiedBy>
  <cp:revision>2</cp:revision>
  <dcterms:created xsi:type="dcterms:W3CDTF">2026-09-26T17:41:52Z</dcterms:created>
  <dcterms:modified xsi:type="dcterms:W3CDTF">2026-10-08T15:39:10Z</dcterms:modified>
</cp:coreProperties>
</file>